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31E205-8E79-490E-A2D1-03E2078D83AF}" v="1" dt="2026-04-01T02:54:08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安堂 由香" userId="01299cc4-7885-493b-b55a-ba94a61d0d86" providerId="ADAL" clId="{A0C645C0-406D-44DE-A8B0-BF39BF03E799}"/>
    <pc:docChg chg="custSel addSld modSld">
      <pc:chgData name="安堂 由香" userId="01299cc4-7885-493b-b55a-ba94a61d0d86" providerId="ADAL" clId="{A0C645C0-406D-44DE-A8B0-BF39BF03E799}" dt="2026-04-01T02:54:21.945" v="82" actId="1076"/>
      <pc:docMkLst>
        <pc:docMk/>
      </pc:docMkLst>
      <pc:sldChg chg="modSp mod">
        <pc:chgData name="安堂 由香" userId="01299cc4-7885-493b-b55a-ba94a61d0d86" providerId="ADAL" clId="{A0C645C0-406D-44DE-A8B0-BF39BF03E799}" dt="2026-04-01T02:52:30.067" v="7" actId="404"/>
        <pc:sldMkLst>
          <pc:docMk/>
          <pc:sldMk cId="3670658613" sldId="258"/>
        </pc:sldMkLst>
        <pc:spChg chg="mod">
          <ac:chgData name="安堂 由香" userId="01299cc4-7885-493b-b55a-ba94a61d0d86" providerId="ADAL" clId="{A0C645C0-406D-44DE-A8B0-BF39BF03E799}" dt="2026-04-01T02:52:30.067" v="7" actId="404"/>
          <ac:spMkLst>
            <pc:docMk/>
            <pc:sldMk cId="3670658613" sldId="258"/>
            <ac:spMk id="2" creationId="{E340BF67-6932-FC17-A00F-443D63C79CF5}"/>
          </ac:spMkLst>
        </pc:spChg>
      </pc:sldChg>
      <pc:sldChg chg="modSp mod">
        <pc:chgData name="安堂 由香" userId="01299cc4-7885-493b-b55a-ba94a61d0d86" providerId="ADAL" clId="{A0C645C0-406D-44DE-A8B0-BF39BF03E799}" dt="2026-04-01T02:52:23.173" v="4" actId="1076"/>
        <pc:sldMkLst>
          <pc:docMk/>
          <pc:sldMk cId="1275763340" sldId="259"/>
        </pc:sldMkLst>
        <pc:spChg chg="mod">
          <ac:chgData name="安堂 由香" userId="01299cc4-7885-493b-b55a-ba94a61d0d86" providerId="ADAL" clId="{A0C645C0-406D-44DE-A8B0-BF39BF03E799}" dt="2026-04-01T02:52:23.173" v="4" actId="1076"/>
          <ac:spMkLst>
            <pc:docMk/>
            <pc:sldMk cId="1275763340" sldId="259"/>
            <ac:spMk id="2" creationId="{EB9BAF8D-651F-D096-34E0-CAC1FEC4C166}"/>
          </ac:spMkLst>
        </pc:spChg>
      </pc:sldChg>
      <pc:sldChg chg="addSp delSp modSp add mod">
        <pc:chgData name="安堂 由香" userId="01299cc4-7885-493b-b55a-ba94a61d0d86" providerId="ADAL" clId="{A0C645C0-406D-44DE-A8B0-BF39BF03E799}" dt="2026-04-01T02:54:21.945" v="82" actId="1076"/>
        <pc:sldMkLst>
          <pc:docMk/>
          <pc:sldMk cId="2901755332" sldId="260"/>
        </pc:sldMkLst>
        <pc:spChg chg="mod">
          <ac:chgData name="安堂 由香" userId="01299cc4-7885-493b-b55a-ba94a61d0d86" providerId="ADAL" clId="{A0C645C0-406D-44DE-A8B0-BF39BF03E799}" dt="2026-04-01T02:52:55.474" v="66" actId="20577"/>
          <ac:spMkLst>
            <pc:docMk/>
            <pc:sldMk cId="2901755332" sldId="260"/>
            <ac:spMk id="2" creationId="{0A45C4B9-4577-F0DB-D63A-38F9B60529BD}"/>
          </ac:spMkLst>
        </pc:spChg>
        <pc:spChg chg="del mod">
          <ac:chgData name="安堂 由香" userId="01299cc4-7885-493b-b55a-ba94a61d0d86" providerId="ADAL" clId="{A0C645C0-406D-44DE-A8B0-BF39BF03E799}" dt="2026-04-01T02:54:04.137" v="73"/>
          <ac:spMkLst>
            <pc:docMk/>
            <pc:sldMk cId="2901755332" sldId="260"/>
            <ac:spMk id="6" creationId="{AEEEDFE5-DE8D-DFD1-0FE1-E5244820383B}"/>
          </ac:spMkLst>
        </pc:spChg>
        <pc:spChg chg="mod">
          <ac:chgData name="安堂 由香" userId="01299cc4-7885-493b-b55a-ba94a61d0d86" providerId="ADAL" clId="{A0C645C0-406D-44DE-A8B0-BF39BF03E799}" dt="2026-04-01T02:54:21.945" v="82" actId="1076"/>
          <ac:spMkLst>
            <pc:docMk/>
            <pc:sldMk cId="2901755332" sldId="260"/>
            <ac:spMk id="32" creationId="{E771BE26-F473-4923-1269-11D690874B86}"/>
          </ac:spMkLst>
        </pc:spChg>
        <pc:picChg chg="del">
          <ac:chgData name="安堂 由香" userId="01299cc4-7885-493b-b55a-ba94a61d0d86" providerId="ADAL" clId="{A0C645C0-406D-44DE-A8B0-BF39BF03E799}" dt="2026-04-01T02:52:40.081" v="9" actId="478"/>
          <ac:picMkLst>
            <pc:docMk/>
            <pc:sldMk cId="2901755332" sldId="260"/>
            <ac:picMk id="4" creationId="{1C9F57F9-3409-4C38-CFC3-CDD5E49E0FB3}"/>
          </ac:picMkLst>
        </pc:picChg>
        <pc:picChg chg="add mod">
          <ac:chgData name="安堂 由香" userId="01299cc4-7885-493b-b55a-ba94a61d0d86" providerId="ADAL" clId="{A0C645C0-406D-44DE-A8B0-BF39BF03E799}" dt="2026-04-01T02:53:41.583" v="70" actId="1076"/>
          <ac:picMkLst>
            <pc:docMk/>
            <pc:sldMk cId="2901755332" sldId="260"/>
            <ac:picMk id="5" creationId="{62FBDF6F-C3A4-5276-C80D-2E29825CA9A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35961-AA09-4398-BB67-4EB8F16A7D72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D9842-1FE3-4F54-95BE-8A3F71404A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51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D9842-1FE3-4F54-95BE-8A3F71404AE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695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2AA6-D4F4-554F-CF72-6969C461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11389C-B665-570C-DC90-8811B2D18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36649F3-553B-C2EE-2125-B98DA85A9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B6F111-1D51-A0FA-57EF-38BDD0199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D9842-1FE3-4F54-95BE-8A3F71404AE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614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0D8DA-AE3D-E315-CFE7-686F3EC34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80285D-58A0-621C-DDC0-D1081B19F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C1AA8F-AF0A-0938-DC24-F37C16EB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013B80-AD10-EEE4-6C18-7CD6761E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8A567C-DC76-7C9E-2F6D-2A4D459A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99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9C26C8-3445-228B-C802-069C24E5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E00E3E-D548-A10E-A06C-1B2772F89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08458F-47A9-E97A-FD9A-FD07EEF8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4AD212-7F4A-4E70-C68E-9D3A3092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226BF3-8A21-708C-3044-68F8798D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61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EED30-A0B2-65A5-6183-2DA669D1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AEEEAA-797B-42F8-AB23-BFA828BD7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6B585E-0D95-49A9-2DC2-CEAA8160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16813B-29AB-3900-1192-FFCA2F60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D4BDA8-A04A-FFC7-7833-6ACC7523E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86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14DCE2-D123-B848-C10D-4ACADB8A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D5DC91-40D5-160D-0CDF-527510E34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344166-E02D-0287-8E3B-470FC2914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3A2711-1E16-DFAB-5005-EB68DA0C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D79F27-5118-70CE-86C4-19804F76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ED7E3B-216E-1CE5-E9B9-0CFDE480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61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F1CC7-CE0D-C358-4F42-6B58998A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C9E089-A188-0937-115E-7175DBEA0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B149CF-8EA1-53BB-BB29-043750284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7A9DA9-A818-7DD8-456C-894AB5F17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590F43-96C3-786E-B75E-4E3D1FBC3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34F82A2-D679-CE7E-E853-994E9734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3C8D54-8210-E310-7856-CB4F648E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AAD6182-FCFD-3064-95B7-F66CDA74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74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B7CAE-DBAA-C9C0-AD80-1CE0D666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3A83E4-6EEC-3825-4E37-AEB3759C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B61ABF-8973-80EB-40B6-187C8354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EBD52E-1B23-271E-BE72-9D0BB843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359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10966D-7DCD-3EC5-4794-D2A982FB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EA6AB48-CA83-A352-9D58-A8A4057B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1A877E-C8A0-AA33-7989-5AA805C9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87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2EC0E-A73A-C70D-12F1-DE0D13D4C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8E4506-E26F-4D61-D22A-727C85F77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3055AD-B447-AAE5-95AF-4DFEF9FC5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B32B3C-68EF-8AEA-A820-4C147190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7F868D-B336-1544-E53A-836BBE414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CEB57F-53DF-38F1-D889-10B50050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65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3D59D-0EB1-9A45-D7F7-6B47CAED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7686219-701D-68CC-844A-594392B53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801BF5-8C4C-AFFA-75C6-9BC77F57E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63298C-43BB-671D-D97C-B3679668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21ADFC-4F94-5B70-8478-560044966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90E95F-4E0A-7E72-AEDC-FB5BE9CA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524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721428-DD75-C059-7683-74D7F07D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A4669A-B628-9CFB-9E24-930596226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315B8E-35A6-1214-3823-C7422CFF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BD71F0-72DE-45A7-5611-5DBD95BC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D25D60-7C10-6C26-3380-9D8EE0C4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03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F668ADA-7982-A8D4-2889-C9F7C580A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D18B3E-99FD-625A-706B-DCA9040FC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6D0924-E6AC-9D9B-C0BD-4174F86BD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B5F335-FE01-0A70-9E97-F136A1CE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D46601-84DD-3C91-B754-4F006D1A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15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57AE452-8CFE-D30D-B891-A80E0192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3D4FED-B711-81E9-9C37-0BC69AE1D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635A89-2B75-6187-7627-685746F2D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5DE0E-4F74-4CF3-B065-E523C3148525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20F134-D74F-3181-BD2C-924CFF934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0C04B-513C-F114-67B7-3AED718F0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F917F-3251-488D-AAFF-4E81D4FD8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9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42BB7-FDEC-3BB4-77BE-644F7895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19" y="68826"/>
            <a:ext cx="10515600" cy="1217869"/>
          </a:xfrm>
        </p:spPr>
        <p:txBody>
          <a:bodyPr>
            <a:normAutofit/>
          </a:bodyPr>
          <a:lstStyle/>
          <a:p>
            <a:r>
              <a:rPr kumimoji="1" lang="ja-JP" altLang="en-US" sz="2000" dirty="0"/>
              <a:t>先生（内覧会申し込みフォームを兼ねている）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1D2BE95-9BD3-9355-ED29-24FDEC70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10"/>
          <a:stretch>
            <a:fillRect/>
          </a:stretch>
        </p:blipFill>
        <p:spPr>
          <a:xfrm>
            <a:off x="8166466" y="0"/>
            <a:ext cx="3909389" cy="6858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68EB7B-303A-B6F8-1BB3-5ADD87E8A50B}"/>
              </a:ext>
            </a:extLst>
          </p:cNvPr>
          <p:cNvSpPr txBox="1"/>
          <p:nvPr/>
        </p:nvSpPr>
        <p:spPr>
          <a:xfrm>
            <a:off x="250143" y="993058"/>
            <a:ext cx="3775393" cy="486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b="1" dirty="0"/>
              <a:t>クリニック名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法人様は法人名もご入力ください。</a:t>
            </a:r>
          </a:p>
          <a:p>
            <a:r>
              <a:rPr lang="ja-JP" altLang="en-US" sz="1000" b="1" dirty="0"/>
              <a:t>お名前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漢字フルネームをご記入ください</a:t>
            </a:r>
          </a:p>
          <a:p>
            <a:r>
              <a:rPr lang="ja-JP" altLang="en-US" sz="1000" b="1" dirty="0"/>
              <a:t>フリガナ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カタカナでご記入ください</a:t>
            </a:r>
          </a:p>
          <a:p>
            <a:r>
              <a:rPr lang="ja-JP" altLang="en-US" sz="1000" b="1" dirty="0"/>
              <a:t>生年月日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ja-JP" altLang="en-US" sz="1000" dirty="0"/>
              <a:t>例：</a:t>
            </a:r>
            <a:r>
              <a:rPr lang="en-US" altLang="ja-JP" sz="1000" dirty="0"/>
              <a:t>1990</a:t>
            </a:r>
            <a:r>
              <a:rPr lang="ja-JP" altLang="en-US" sz="1000" dirty="0"/>
              <a:t>年</a:t>
            </a:r>
            <a:r>
              <a:rPr lang="en-US" altLang="ja-JP" sz="1000" dirty="0"/>
              <a:t>01</a:t>
            </a:r>
            <a:r>
              <a:rPr lang="ja-JP" altLang="en-US" sz="1000" dirty="0"/>
              <a:t>月</a:t>
            </a:r>
            <a:r>
              <a:rPr lang="en-US" altLang="ja-JP" sz="1000" dirty="0"/>
              <a:t>01</a:t>
            </a:r>
            <a:r>
              <a:rPr lang="ja-JP" altLang="en-US" sz="1000" dirty="0"/>
              <a:t>日</a:t>
            </a:r>
          </a:p>
          <a:p>
            <a:r>
              <a:rPr lang="ja-JP" altLang="en-US" sz="1000" b="1" dirty="0"/>
              <a:t>メールアドレス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シカレッジのログイン情報が届きます</a:t>
            </a:r>
          </a:p>
          <a:p>
            <a:r>
              <a:rPr lang="ja-JP" altLang="en-US" sz="1000" b="1" dirty="0"/>
              <a:t>お電話番号（携帯）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ハイフンなしでお願いします</a:t>
            </a:r>
          </a:p>
          <a:p>
            <a:r>
              <a:rPr lang="ja-JP" altLang="en-US" sz="1000" b="1" dirty="0"/>
              <a:t>メディカルアドバンス担当者名</a:t>
            </a:r>
            <a:r>
              <a:rPr lang="ja-JP" altLang="en-US" sz="1000" dirty="0"/>
              <a:t>（必須）</a:t>
            </a:r>
          </a:p>
          <a:p>
            <a:endParaRPr lang="ja-JP" altLang="en-US" sz="1000" dirty="0"/>
          </a:p>
          <a:p>
            <a:r>
              <a:rPr lang="ja-JP" altLang="en-US" sz="1000" b="1" dirty="0"/>
              <a:t>申込内容</a:t>
            </a:r>
          </a:p>
          <a:p>
            <a:r>
              <a:rPr lang="ja-JP" altLang="en-US" sz="1000" b="1" dirty="0"/>
              <a:t>ご開業日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ja-JP" altLang="en-US" sz="1000" dirty="0"/>
              <a:t>日付選択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日付が決まっていない場合、ご開業の目安をご選択ください</a:t>
            </a:r>
          </a:p>
          <a:p>
            <a:r>
              <a:rPr lang="ja-JP" altLang="en-US" sz="1000" b="1" dirty="0"/>
              <a:t>内覧会開始日（仮）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ja-JP" altLang="en-US" sz="1000" dirty="0"/>
              <a:t>日付選択</a:t>
            </a:r>
          </a:p>
          <a:p>
            <a:r>
              <a:rPr lang="ja-JP" altLang="en-US" sz="1000" b="1" dirty="0"/>
              <a:t>内覧会終了日（仮）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ja-JP" altLang="en-US" sz="1000" dirty="0"/>
              <a:t>日付選択</a:t>
            </a:r>
          </a:p>
          <a:p>
            <a:endParaRPr lang="ja-JP" altLang="en-US" sz="1000" dirty="0"/>
          </a:p>
          <a:p>
            <a:r>
              <a:rPr lang="ja-JP" altLang="en-US" sz="1000" b="1" dirty="0"/>
              <a:t>お申込者情報</a:t>
            </a:r>
          </a:p>
          <a:p>
            <a:r>
              <a:rPr lang="ja-JP" altLang="en-US" sz="1000" b="1" dirty="0"/>
              <a:t>法人名（なしの場合は個人名）</a:t>
            </a:r>
            <a:endParaRPr lang="ja-JP" altLang="en-US" sz="1000" dirty="0"/>
          </a:p>
          <a:p>
            <a:r>
              <a:rPr lang="ja-JP" altLang="en-US" sz="1000" b="1" dirty="0"/>
              <a:t>出身大学</a:t>
            </a:r>
            <a:r>
              <a:rPr lang="ja-JP" altLang="en-US" sz="1000" dirty="0"/>
              <a:t>（必須）</a:t>
            </a:r>
          </a:p>
          <a:p>
            <a:r>
              <a:rPr lang="ja-JP" altLang="en-US" sz="1000" b="1" dirty="0"/>
              <a:t>ご自宅 郵便番号</a:t>
            </a:r>
            <a:r>
              <a:rPr lang="ja-JP" altLang="en-US" sz="1000" dirty="0"/>
              <a:t>（必須）</a:t>
            </a:r>
          </a:p>
          <a:p>
            <a:r>
              <a:rPr lang="ja-JP" altLang="en-US" sz="1000" b="1" dirty="0"/>
              <a:t>ご自宅 住所</a:t>
            </a:r>
            <a:r>
              <a:rPr lang="ja-JP" altLang="en-US" sz="1000" dirty="0"/>
              <a:t>（必須）</a:t>
            </a:r>
          </a:p>
          <a:p>
            <a:r>
              <a:rPr lang="ja-JP" altLang="en-US" sz="1000" b="1" dirty="0"/>
              <a:t>医院 住所</a:t>
            </a:r>
            <a:r>
              <a:rPr lang="ja-JP" altLang="en-US" sz="1000" dirty="0"/>
              <a:t>（必須）</a:t>
            </a:r>
          </a:p>
          <a:p>
            <a:r>
              <a:rPr lang="ja-JP" altLang="en-US" sz="1000" b="1" dirty="0"/>
              <a:t>医院 住所</a:t>
            </a:r>
            <a:r>
              <a:rPr lang="en-US" altLang="ja-JP" sz="1000" b="1" dirty="0"/>
              <a:t>2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番地・建物名までご記入ください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C1C934-6E69-971A-629A-D964FFD34488}"/>
              </a:ext>
            </a:extLst>
          </p:cNvPr>
          <p:cNvSpPr txBox="1"/>
          <p:nvPr/>
        </p:nvSpPr>
        <p:spPr>
          <a:xfrm>
            <a:off x="4025536" y="903902"/>
            <a:ext cx="364715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b="1" dirty="0"/>
              <a:t>ぜひ、ご協力お願いします</a:t>
            </a:r>
          </a:p>
          <a:p>
            <a:r>
              <a:rPr lang="ja-JP" altLang="en-US" sz="1000" b="1" dirty="0"/>
              <a:t>弊社</a:t>
            </a:r>
            <a:r>
              <a:rPr lang="en-US" altLang="ja-JP" sz="1000" b="1" dirty="0"/>
              <a:t>HP</a:t>
            </a:r>
            <a:r>
              <a:rPr lang="ja-JP" altLang="en-US" sz="1000" b="1" dirty="0"/>
              <a:t>や</a:t>
            </a:r>
            <a:r>
              <a:rPr lang="en-US" altLang="ja-JP" sz="1000" b="1" dirty="0"/>
              <a:t>SNS</a:t>
            </a:r>
            <a:r>
              <a:rPr lang="ja-JP" altLang="en-US" sz="1000" b="1" dirty="0"/>
              <a:t>に貴院の内覧会情報や様子を、</a:t>
            </a:r>
            <a:endParaRPr lang="en-US" altLang="ja-JP" sz="1000" b="1" dirty="0"/>
          </a:p>
          <a:p>
            <a:r>
              <a:rPr lang="ja-JP" altLang="en-US" sz="1000" b="1" dirty="0"/>
              <a:t>掲載しても良いでしょうか？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ja-JP" altLang="en-US" sz="1000" dirty="0"/>
              <a:t>・掲載可能</a:t>
            </a:r>
            <a:br>
              <a:rPr lang="ja-JP" altLang="en-US" sz="1000" dirty="0"/>
            </a:br>
            <a:r>
              <a:rPr lang="ja-JP" altLang="en-US" sz="1000" dirty="0"/>
              <a:t>・掲載不可</a:t>
            </a:r>
            <a:br>
              <a:rPr lang="ja-JP" altLang="en-US" sz="1000" dirty="0"/>
            </a:br>
            <a:r>
              <a:rPr lang="ja-JP" altLang="en-US" sz="1000" dirty="0"/>
              <a:t>・検討中</a:t>
            </a:r>
          </a:p>
          <a:p>
            <a:endParaRPr lang="ja-JP" altLang="en-US" sz="1000" dirty="0"/>
          </a:p>
          <a:p>
            <a:r>
              <a:rPr lang="ja-JP" altLang="en-US" sz="1000" b="1" dirty="0"/>
              <a:t>貴院の内覧会チラシを弊社サンプルとして</a:t>
            </a:r>
            <a:endParaRPr lang="en-US" altLang="ja-JP" sz="1000" b="1" dirty="0"/>
          </a:p>
          <a:p>
            <a:r>
              <a:rPr lang="ja-JP" altLang="en-US" sz="1000" b="1" dirty="0"/>
              <a:t>使用させていただいてもよろしいでしょうか？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ja-JP" altLang="en-US" sz="1000" dirty="0"/>
              <a:t>・使用可能</a:t>
            </a:r>
            <a:br>
              <a:rPr lang="ja-JP" altLang="en-US" sz="1000" dirty="0"/>
            </a:br>
            <a:r>
              <a:rPr lang="ja-JP" altLang="en-US" sz="1000" dirty="0"/>
              <a:t>・使用不可</a:t>
            </a:r>
            <a:br>
              <a:rPr lang="ja-JP" altLang="en-US" sz="1000" dirty="0"/>
            </a:br>
            <a:r>
              <a:rPr lang="ja-JP" altLang="en-US" sz="1000" dirty="0"/>
              <a:t>・検討中</a:t>
            </a:r>
          </a:p>
          <a:p>
            <a:endParaRPr lang="ja-JP" altLang="en-US" sz="1000" dirty="0"/>
          </a:p>
          <a:p>
            <a:r>
              <a:rPr lang="ja-JP" altLang="en-US" sz="1000" b="1" dirty="0"/>
              <a:t>他ドクター（内覧会検討中・集客予定）へ貴院の</a:t>
            </a:r>
            <a:endParaRPr lang="en-US" altLang="ja-JP" sz="1000" b="1" dirty="0"/>
          </a:p>
          <a:p>
            <a:r>
              <a:rPr lang="ja-JP" altLang="en-US" sz="1000" b="1" dirty="0"/>
              <a:t>内覧会の見学をご案内してもよろしいでしょうか？</a:t>
            </a:r>
            <a:r>
              <a:rPr lang="ja-JP" altLang="en-US" sz="1000" dirty="0"/>
              <a:t>（必須）</a:t>
            </a:r>
            <a:br>
              <a:rPr lang="ja-JP" altLang="en-US" sz="1000" dirty="0"/>
            </a:br>
            <a:r>
              <a:rPr lang="ja-JP" altLang="en-US" sz="1000" dirty="0"/>
              <a:t>・案内可能</a:t>
            </a:r>
            <a:br>
              <a:rPr lang="ja-JP" altLang="en-US" sz="1000" dirty="0"/>
            </a:br>
            <a:r>
              <a:rPr lang="ja-JP" altLang="en-US" sz="1000" dirty="0"/>
              <a:t>・案内不可</a:t>
            </a:r>
            <a:br>
              <a:rPr lang="ja-JP" altLang="en-US" sz="1000" dirty="0"/>
            </a:br>
            <a:r>
              <a:rPr lang="ja-JP" altLang="en-US" sz="1000" dirty="0"/>
              <a:t>・検討中</a:t>
            </a:r>
            <a:br>
              <a:rPr lang="ja-JP" altLang="en-US" sz="1000" dirty="0"/>
            </a:br>
            <a:r>
              <a:rPr lang="en-US" altLang="ja-JP" sz="1000" dirty="0"/>
              <a:t>※</a:t>
            </a:r>
            <a:r>
              <a:rPr lang="ja-JP" altLang="en-US" sz="1000" dirty="0"/>
              <a:t>他の先生に貴院の見学のご案内を差し上げる</a:t>
            </a:r>
            <a:endParaRPr lang="en-US" altLang="ja-JP" sz="1000" dirty="0"/>
          </a:p>
          <a:p>
            <a:r>
              <a:rPr lang="ja-JP" altLang="en-US" sz="1000" dirty="0"/>
              <a:t>　場合がございます。予めご了承ください。</a:t>
            </a:r>
          </a:p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0128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DF8A6-187E-65DA-ABE2-693DB587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40BF67-6932-FC17-A00F-443D63C79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000" dirty="0"/>
              <a:t>スタッフさん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A6FBA34-CDAB-0B01-FE2D-265041CBE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2" t="3223" r="24831"/>
          <a:stretch>
            <a:fillRect/>
          </a:stretch>
        </p:blipFill>
        <p:spPr>
          <a:xfrm>
            <a:off x="6722348" y="110532"/>
            <a:ext cx="4883499" cy="663693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6DA1A-11FB-4D87-CD41-963FD94DDCFB}"/>
              </a:ext>
            </a:extLst>
          </p:cNvPr>
          <p:cNvSpPr txBox="1"/>
          <p:nvPr/>
        </p:nvSpPr>
        <p:spPr>
          <a:xfrm>
            <a:off x="766917" y="1337187"/>
            <a:ext cx="4185761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クリニック名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ja-JP" altLang="en-US" sz="1200" dirty="0"/>
              <a:t>フリーランスの方は、</a:t>
            </a:r>
            <a:r>
              <a:rPr lang="en-US" altLang="ja-JP" sz="1200" dirty="0"/>
              <a:t>【</a:t>
            </a:r>
            <a:r>
              <a:rPr lang="ja-JP" altLang="en-US" sz="1200" dirty="0"/>
              <a:t>フリーランス</a:t>
            </a:r>
            <a:r>
              <a:rPr lang="en-US" altLang="ja-JP" sz="1200" dirty="0"/>
              <a:t>】</a:t>
            </a:r>
            <a:r>
              <a:rPr lang="ja-JP" altLang="en-US" sz="1200" dirty="0"/>
              <a:t>とご記入ください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法人様の場合は、法人名も併せて記載してください。</a:t>
            </a:r>
          </a:p>
          <a:p>
            <a:br>
              <a:rPr lang="ja-JP" altLang="en-US" sz="1200" dirty="0"/>
            </a:br>
            <a:r>
              <a:rPr lang="ja-JP" altLang="en-US" sz="1200" b="1" dirty="0"/>
              <a:t>お勤め先の医院様の所在地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ja-JP" altLang="en-US" sz="1200" dirty="0"/>
              <a:t>都道府県</a:t>
            </a:r>
            <a:r>
              <a:rPr lang="en-US" altLang="ja-JP" sz="1200" dirty="0"/>
              <a:t>/</a:t>
            </a:r>
            <a:r>
              <a:rPr lang="ja-JP" altLang="en-US" sz="1200" dirty="0"/>
              <a:t>市（群）までのご記入をお願いします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お名前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漢字フルネームをご記入してください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フリガナ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苗字とお名前の間は</a:t>
            </a:r>
            <a:r>
              <a:rPr lang="en-US" altLang="ja-JP" sz="1200" dirty="0"/>
              <a:t>1</a:t>
            </a:r>
            <a:r>
              <a:rPr lang="ja-JP" altLang="en-US" sz="1200" dirty="0"/>
              <a:t>文字あけて下さい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メールアドレス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シカレッジのログイン情報が届きます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役職・職種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ja-JP" altLang="en-US" sz="1200" dirty="0"/>
              <a:t>・勤務歯科医</a:t>
            </a:r>
            <a:br>
              <a:rPr lang="ja-JP" altLang="en-US" sz="1200" dirty="0"/>
            </a:br>
            <a:r>
              <a:rPr lang="ja-JP" altLang="en-US" sz="1200" dirty="0"/>
              <a:t>・事務長</a:t>
            </a:r>
            <a:br>
              <a:rPr lang="ja-JP" altLang="en-US" sz="1200" dirty="0"/>
            </a:br>
            <a:r>
              <a:rPr lang="ja-JP" altLang="en-US" sz="1200" dirty="0"/>
              <a:t>・歯科衛生士</a:t>
            </a:r>
            <a:br>
              <a:rPr lang="ja-JP" altLang="en-US" sz="1200" dirty="0"/>
            </a:br>
            <a:r>
              <a:rPr lang="ja-JP" altLang="en-US" sz="1200" dirty="0"/>
              <a:t>・歯科助手</a:t>
            </a:r>
            <a:r>
              <a:rPr lang="en-US" altLang="ja-JP" sz="1200" dirty="0"/>
              <a:t>/</a:t>
            </a:r>
            <a:r>
              <a:rPr lang="ja-JP" altLang="en-US" sz="1200" dirty="0"/>
              <a:t>受付</a:t>
            </a:r>
            <a:br>
              <a:rPr lang="ja-JP" altLang="en-US" sz="1200" dirty="0"/>
            </a:br>
            <a:r>
              <a:rPr lang="ja-JP" altLang="en-US" sz="1200" dirty="0"/>
              <a:t>・学生（衛生士学校）</a:t>
            </a:r>
            <a:br>
              <a:rPr lang="ja-JP" altLang="en-US" sz="1200" dirty="0"/>
            </a:br>
            <a:r>
              <a:rPr lang="ja-JP" altLang="en-US" sz="1200" dirty="0"/>
              <a:t>・そのほか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シカレッジを何で知りましたか？</a:t>
            </a:r>
            <a:br>
              <a:rPr lang="ja-JP" altLang="en-US" sz="1200" dirty="0"/>
            </a:br>
            <a:r>
              <a:rPr lang="en-US" altLang="ja-JP" sz="1200" dirty="0"/>
              <a:t>SNS</a:t>
            </a:r>
            <a:r>
              <a:rPr lang="ja-JP" altLang="en-US" sz="1200" dirty="0"/>
              <a:t>、〇〇先生、（弊社スタッフ）〇〇の紹介など</a:t>
            </a:r>
            <a:r>
              <a:rPr lang="en-US" altLang="ja-JP" sz="1200" dirty="0"/>
              <a:t>…</a:t>
            </a:r>
            <a:r>
              <a:rPr lang="en-US" altLang="ja-JP" sz="1200" dirty="0" err="1"/>
              <a:t>etc</a:t>
            </a:r>
            <a:br>
              <a:rPr lang="en-US" altLang="ja-JP" sz="1200" dirty="0"/>
            </a:br>
            <a:r>
              <a:rPr lang="ja-JP" altLang="en-US" sz="1200" dirty="0"/>
              <a:t>紹介者がいらっしゃる場合はご氏名もお願い致します</a:t>
            </a:r>
            <a:r>
              <a:rPr lang="ja-JP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70658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D0917-32A7-BB1C-97BB-4C0A0265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9BAF8D-651F-D096-34E0-CAC1FEC4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1984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2000" dirty="0"/>
              <a:t>勤務医の先生・開業済みの先生・フリーランス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90E441A-2F8E-1237-722F-51B9FE87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78" r="24024"/>
          <a:stretch>
            <a:fillRect/>
          </a:stretch>
        </p:blipFill>
        <p:spPr>
          <a:xfrm>
            <a:off x="8119068" y="0"/>
            <a:ext cx="3607358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AECCF9-89E7-8F01-4258-990B0B30E3E3}"/>
              </a:ext>
            </a:extLst>
          </p:cNvPr>
          <p:cNvSpPr txBox="1"/>
          <p:nvPr/>
        </p:nvSpPr>
        <p:spPr>
          <a:xfrm>
            <a:off x="580103" y="1524000"/>
            <a:ext cx="7718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お名前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漢字フルネームをご記入してください</a:t>
            </a:r>
          </a:p>
          <a:p>
            <a:br>
              <a:rPr lang="ja-JP" altLang="en-US" sz="1200" dirty="0"/>
            </a:br>
            <a:r>
              <a:rPr lang="ja-JP" altLang="en-US" sz="1200" b="1" dirty="0"/>
              <a:t>フリガナ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苗字とお名前の間は</a:t>
            </a:r>
            <a:r>
              <a:rPr lang="en-US" altLang="ja-JP" sz="1200" dirty="0"/>
              <a:t>1</a:t>
            </a:r>
            <a:r>
              <a:rPr lang="ja-JP" altLang="en-US" sz="1200" dirty="0"/>
              <a:t>文字あけて下さい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生年月日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ja-JP" altLang="en-US" sz="1200" dirty="0"/>
              <a:t>例：</a:t>
            </a:r>
            <a:r>
              <a:rPr lang="en-US" altLang="ja-JP" sz="1200" dirty="0"/>
              <a:t>1990</a:t>
            </a:r>
            <a:r>
              <a:rPr lang="ja-JP" altLang="en-US" sz="1200" dirty="0"/>
              <a:t>年</a:t>
            </a:r>
            <a:r>
              <a:rPr lang="en-US" altLang="ja-JP" sz="1200" dirty="0"/>
              <a:t>01</a:t>
            </a:r>
            <a:r>
              <a:rPr lang="ja-JP" altLang="en-US" sz="1200" dirty="0"/>
              <a:t>月</a:t>
            </a:r>
            <a:r>
              <a:rPr lang="en-US" altLang="ja-JP" sz="1200" dirty="0"/>
              <a:t>01</a:t>
            </a:r>
            <a:r>
              <a:rPr lang="ja-JP" altLang="en-US" sz="1200" dirty="0"/>
              <a:t>日</a:t>
            </a:r>
          </a:p>
          <a:p>
            <a:br>
              <a:rPr lang="ja-JP" altLang="en-US" sz="1200" dirty="0"/>
            </a:br>
            <a:r>
              <a:rPr lang="ja-JP" altLang="en-US" sz="1200" b="1" dirty="0"/>
              <a:t>メールアドレス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シカレッジのログイン情報が届きます</a:t>
            </a:r>
          </a:p>
          <a:p>
            <a:br>
              <a:rPr lang="ja-JP" altLang="en-US" sz="1200" dirty="0"/>
            </a:br>
            <a:r>
              <a:rPr lang="ja-JP" altLang="en-US" sz="1200" b="1" dirty="0"/>
              <a:t>お電話番号（携帯）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ハイフンなしでお願いいたします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クリニック名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ja-JP" altLang="en-US" sz="1200" dirty="0"/>
              <a:t>勤務医の方は、現在の勤務先をご記入ください</a:t>
            </a:r>
            <a:br>
              <a:rPr lang="ja-JP" altLang="en-US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法人様の場合は、法人名も併せて記載してください。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医院住所の都道府県をお選びください。</a:t>
            </a:r>
            <a:endParaRPr lang="ja-JP" altLang="en-US" sz="1200" dirty="0"/>
          </a:p>
          <a:p>
            <a:endParaRPr lang="ja-JP" altLang="en-US" sz="1200" dirty="0"/>
          </a:p>
          <a:p>
            <a:r>
              <a:rPr lang="ja-JP" altLang="en-US" sz="1200" b="1" dirty="0"/>
              <a:t>医院住所</a:t>
            </a:r>
            <a:r>
              <a:rPr lang="ja-JP" altLang="en-US" sz="1200" dirty="0"/>
              <a:t>（必須）</a:t>
            </a:r>
            <a:br>
              <a:rPr lang="ja-JP" altLang="en-US" sz="1200" dirty="0"/>
            </a:br>
            <a:r>
              <a:rPr lang="ja-JP" altLang="en-US" sz="1200" dirty="0"/>
              <a:t>勤務医の先生は、都道府県以降〇〇市〇〇区までご記入ください</a:t>
            </a:r>
            <a:br>
              <a:rPr lang="ja-JP" altLang="en-US" sz="1200" dirty="0"/>
            </a:br>
            <a:r>
              <a:rPr lang="ja-JP" altLang="en-US" sz="1200" dirty="0"/>
              <a:t>現在フリーランスの方は、住所は不要です。フリーランスと記載ください。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2A03426-71B5-3469-0905-E765227A03DD}"/>
              </a:ext>
            </a:extLst>
          </p:cNvPr>
          <p:cNvSpPr txBox="1"/>
          <p:nvPr/>
        </p:nvSpPr>
        <p:spPr>
          <a:xfrm>
            <a:off x="4072933" y="1524000"/>
            <a:ext cx="3770584" cy="3247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/>
              <a:t>役職・職種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ja-JP" altLang="en-US" sz="1100" dirty="0"/>
              <a:t>・歯科医院経営者</a:t>
            </a:r>
            <a:br>
              <a:rPr lang="ja-JP" altLang="en-US" sz="1100" dirty="0"/>
            </a:br>
            <a:r>
              <a:rPr lang="ja-JP" altLang="en-US" sz="1100" dirty="0"/>
              <a:t>・歯科勤務医</a:t>
            </a:r>
            <a:br>
              <a:rPr lang="ja-JP" altLang="en-US" sz="1100" dirty="0"/>
            </a:br>
            <a:r>
              <a:rPr lang="ja-JP" altLang="en-US" sz="1100" dirty="0"/>
              <a:t>・歯科衛生士</a:t>
            </a:r>
            <a:br>
              <a:rPr lang="ja-JP" altLang="en-US" sz="1100" dirty="0"/>
            </a:br>
            <a:r>
              <a:rPr lang="ja-JP" altLang="en-US" sz="1100" dirty="0"/>
              <a:t>・歯科助手</a:t>
            </a:r>
            <a:r>
              <a:rPr lang="en-US" altLang="ja-JP" sz="1100" dirty="0"/>
              <a:t>/</a:t>
            </a:r>
            <a:r>
              <a:rPr lang="ja-JP" altLang="en-US" sz="1100" dirty="0"/>
              <a:t>受付</a:t>
            </a:r>
            <a:br>
              <a:rPr lang="ja-JP" altLang="en-US" sz="1100" dirty="0"/>
            </a:br>
            <a:r>
              <a:rPr lang="ja-JP" altLang="en-US" sz="1100" dirty="0"/>
              <a:t>・医科の先生・スタッフ様</a:t>
            </a:r>
            <a:br>
              <a:rPr lang="ja-JP" altLang="en-US" sz="1100" dirty="0"/>
            </a:br>
            <a:r>
              <a:rPr lang="ja-JP" altLang="en-US" sz="1100" dirty="0"/>
              <a:t>・その他</a:t>
            </a:r>
          </a:p>
          <a:p>
            <a:endParaRPr lang="ja-JP" altLang="en-US" sz="1100" dirty="0"/>
          </a:p>
          <a:p>
            <a:r>
              <a:rPr lang="ja-JP" altLang="en-US" sz="1100" b="1" dirty="0"/>
              <a:t>弊社で内覧会を実施しましたか？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ja-JP" altLang="en-US" sz="1100" dirty="0"/>
              <a:t>・実施した</a:t>
            </a:r>
            <a:br>
              <a:rPr lang="ja-JP" altLang="en-US" sz="1100" dirty="0"/>
            </a:br>
            <a:r>
              <a:rPr lang="ja-JP" altLang="en-US" sz="1100" dirty="0"/>
              <a:t>・実施していない</a:t>
            </a:r>
            <a:br>
              <a:rPr lang="ja-JP" altLang="en-US" sz="1100" dirty="0"/>
            </a:br>
            <a:r>
              <a:rPr lang="en-US" altLang="ja-JP" sz="1100" dirty="0"/>
              <a:t>※</a:t>
            </a:r>
            <a:r>
              <a:rPr lang="ja-JP" altLang="en-US" sz="1100" dirty="0"/>
              <a:t>弊社で内覧会を行っていない場合でも、</a:t>
            </a:r>
            <a:endParaRPr lang="en-US" altLang="ja-JP" sz="1100" dirty="0"/>
          </a:p>
          <a:p>
            <a:r>
              <a:rPr lang="ja-JP" altLang="en-US" sz="1100" dirty="0"/>
              <a:t>　シカレッジは無料で会員登録が可能です。</a:t>
            </a:r>
          </a:p>
          <a:p>
            <a:endParaRPr lang="ja-JP" altLang="en-US" sz="1100" dirty="0"/>
          </a:p>
          <a:p>
            <a:r>
              <a:rPr lang="ja-JP" altLang="en-US" sz="1100" b="1" dirty="0"/>
              <a:t>シカレッジを何で知りましたか？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en-US" altLang="ja-JP" sz="1100" dirty="0"/>
              <a:t>SNS</a:t>
            </a:r>
            <a:r>
              <a:rPr lang="ja-JP" altLang="en-US" sz="1100" dirty="0"/>
              <a:t>、〇〇先生、（弊社スタッフ）〇〇の紹介など</a:t>
            </a:r>
            <a:r>
              <a:rPr lang="en-US" altLang="ja-JP" sz="1100" dirty="0"/>
              <a:t>…</a:t>
            </a:r>
            <a:r>
              <a:rPr lang="en-US" altLang="ja-JP" sz="1100" dirty="0" err="1"/>
              <a:t>etc</a:t>
            </a:r>
            <a:br>
              <a:rPr lang="en-US" altLang="ja-JP" sz="1100" dirty="0"/>
            </a:br>
            <a:r>
              <a:rPr lang="ja-JP" altLang="en-US" sz="1100" dirty="0"/>
              <a:t>紹介者がいらっしゃる場合はご氏名もお願い致します。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7576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D179-04D6-48B7-6891-C0477D7F8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5C4B9-4577-F0DB-D63A-38F9B6052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1984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2000" dirty="0"/>
              <a:t>デンタルショーにて登録いただいた先生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771BE26-F473-4923-1269-11D690874B86}"/>
              </a:ext>
            </a:extLst>
          </p:cNvPr>
          <p:cNvSpPr txBox="1"/>
          <p:nvPr/>
        </p:nvSpPr>
        <p:spPr>
          <a:xfrm>
            <a:off x="580103" y="1278194"/>
            <a:ext cx="3993401" cy="4662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/>
              <a:t>お名前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en-US" altLang="ja-JP" sz="1100" dirty="0"/>
              <a:t>※</a:t>
            </a:r>
            <a:r>
              <a:rPr lang="ja-JP" altLang="en-US" sz="1100" dirty="0"/>
              <a:t>漢字フルネームをご記入してください</a:t>
            </a:r>
          </a:p>
          <a:p>
            <a:br>
              <a:rPr lang="ja-JP" altLang="en-US" sz="1100" dirty="0"/>
            </a:br>
            <a:endParaRPr lang="ja-JP" altLang="en-US" sz="1100" dirty="0"/>
          </a:p>
          <a:p>
            <a:r>
              <a:rPr lang="ja-JP" altLang="en-US" sz="1100" b="1" dirty="0"/>
              <a:t>フリガナ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en-US" altLang="ja-JP" sz="1100" dirty="0"/>
              <a:t>※</a:t>
            </a:r>
            <a:r>
              <a:rPr lang="ja-JP" altLang="en-US" sz="1100" dirty="0"/>
              <a:t>苗字とお名前の間は</a:t>
            </a:r>
            <a:r>
              <a:rPr lang="en-US" altLang="ja-JP" sz="1100" dirty="0"/>
              <a:t>1</a:t>
            </a:r>
            <a:r>
              <a:rPr lang="ja-JP" altLang="en-US" sz="1100" dirty="0"/>
              <a:t>文字あけて下さい</a:t>
            </a:r>
          </a:p>
          <a:p>
            <a:br>
              <a:rPr lang="ja-JP" altLang="en-US" sz="1100" dirty="0"/>
            </a:br>
            <a:endParaRPr lang="ja-JP" altLang="en-US" sz="1100" dirty="0"/>
          </a:p>
          <a:p>
            <a:r>
              <a:rPr lang="ja-JP" altLang="en-US" sz="1100" b="1" dirty="0"/>
              <a:t>メールアドレス</a:t>
            </a:r>
            <a:br>
              <a:rPr lang="ja-JP" altLang="en-US" sz="1100" dirty="0"/>
            </a:br>
            <a:r>
              <a:rPr lang="en-US" altLang="ja-JP" sz="1100" dirty="0"/>
              <a:t>※</a:t>
            </a:r>
            <a:r>
              <a:rPr lang="ja-JP" altLang="en-US" sz="1100" dirty="0"/>
              <a:t>シカレッジ記事閲覧希望の方は記載をお願いいたします。</a:t>
            </a:r>
          </a:p>
          <a:p>
            <a:br>
              <a:rPr lang="ja-JP" altLang="en-US" sz="1100" dirty="0"/>
            </a:br>
            <a:endParaRPr lang="ja-JP" altLang="en-US" sz="1100" dirty="0"/>
          </a:p>
          <a:p>
            <a:r>
              <a:rPr lang="ja-JP" altLang="en-US" sz="1100" b="1" dirty="0"/>
              <a:t>お電話番号（携帯）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en-US" altLang="ja-JP" sz="1100" dirty="0"/>
              <a:t>※</a:t>
            </a:r>
            <a:r>
              <a:rPr lang="ja-JP" altLang="en-US" sz="1100" dirty="0"/>
              <a:t>ハイフンなしでお願いいたします</a:t>
            </a:r>
            <a:br>
              <a:rPr lang="ja-JP" altLang="en-US" sz="1100" dirty="0"/>
            </a:br>
            <a:endParaRPr lang="ja-JP" altLang="en-US" sz="1100" dirty="0"/>
          </a:p>
          <a:p>
            <a:r>
              <a:rPr lang="ja-JP" altLang="en-US" sz="1100" b="1" dirty="0"/>
              <a:t>職種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ja-JP" altLang="en-US" sz="1100" dirty="0"/>
              <a:t>・勤務医</a:t>
            </a:r>
            <a:br>
              <a:rPr lang="ja-JP" altLang="en-US" sz="1100" dirty="0"/>
            </a:br>
            <a:r>
              <a:rPr lang="ja-JP" altLang="en-US" sz="1100" dirty="0"/>
              <a:t>・院長</a:t>
            </a:r>
            <a:r>
              <a:rPr lang="en-US" altLang="ja-JP" sz="1100" dirty="0"/>
              <a:t>/</a:t>
            </a:r>
            <a:r>
              <a:rPr lang="ja-JP" altLang="en-US" sz="1100" dirty="0"/>
              <a:t>経営者</a:t>
            </a:r>
            <a:br>
              <a:rPr lang="ja-JP" altLang="en-US" sz="1100" dirty="0"/>
            </a:br>
            <a:r>
              <a:rPr lang="ja-JP" altLang="en-US" sz="1100" dirty="0"/>
              <a:t>・理事長</a:t>
            </a:r>
            <a:br>
              <a:rPr lang="ja-JP" altLang="en-US" sz="1100" dirty="0"/>
            </a:br>
            <a:r>
              <a:rPr lang="ja-JP" altLang="en-US" sz="1100" dirty="0"/>
              <a:t>・歯科衛生士</a:t>
            </a:r>
            <a:br>
              <a:rPr lang="ja-JP" altLang="en-US" sz="1100" dirty="0"/>
            </a:br>
            <a:r>
              <a:rPr lang="ja-JP" altLang="en-US" sz="1100" dirty="0"/>
              <a:t>・歯科助手</a:t>
            </a:r>
            <a:r>
              <a:rPr lang="en-US" altLang="ja-JP" sz="1100" dirty="0"/>
              <a:t>/</a:t>
            </a:r>
            <a:r>
              <a:rPr lang="ja-JP" altLang="en-US" sz="1100" dirty="0"/>
              <a:t>受付</a:t>
            </a:r>
            <a:br>
              <a:rPr lang="ja-JP" altLang="en-US" sz="1100" dirty="0"/>
            </a:br>
            <a:r>
              <a:rPr lang="ja-JP" altLang="en-US" sz="1100" dirty="0"/>
              <a:t>・その他</a:t>
            </a:r>
          </a:p>
          <a:p>
            <a:endParaRPr lang="ja-JP" altLang="en-US" sz="1100" dirty="0"/>
          </a:p>
          <a:p>
            <a:r>
              <a:rPr lang="ja-JP" altLang="en-US" sz="1100" b="1" dirty="0"/>
              <a:t>現勤務先のクリニック名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endParaRPr lang="ja-JP" altLang="en-US" sz="1100" dirty="0"/>
          </a:p>
          <a:p>
            <a:r>
              <a:rPr lang="ja-JP" altLang="en-US" sz="1100" b="1" dirty="0"/>
              <a:t>現勤務先のクリニック所在地（市町村）</a:t>
            </a:r>
            <a:r>
              <a:rPr lang="ja-JP" altLang="en-US" sz="1100" dirty="0"/>
              <a:t>（必須）</a:t>
            </a:r>
            <a:br>
              <a:rPr lang="ja-JP" altLang="en-US" sz="1100" dirty="0"/>
            </a:br>
            <a:r>
              <a:rPr lang="ja-JP" altLang="en-US" sz="1100" dirty="0"/>
              <a:t>例：大阪市中央区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2FBDF6F-C3A4-5276-C80D-2E29825CA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536" y="198437"/>
            <a:ext cx="4112303" cy="606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55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868</Words>
  <Application>Microsoft Office PowerPoint</Application>
  <PresentationFormat>ワイド画面</PresentationFormat>
  <Paragraphs>77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先生（内覧会申し込みフォームを兼ねている）</vt:lpstr>
      <vt:lpstr>スタッフさん</vt:lpstr>
      <vt:lpstr>勤務医の先生・開業済みの先生・フリーランス</vt:lpstr>
      <vt:lpstr>デンタルショーにて登録いただいた先生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安堂 由香</dc:creator>
  <cp:lastModifiedBy>安堂 由香</cp:lastModifiedBy>
  <cp:revision>1</cp:revision>
  <dcterms:created xsi:type="dcterms:W3CDTF">2026-04-01T02:40:47Z</dcterms:created>
  <dcterms:modified xsi:type="dcterms:W3CDTF">2026-04-01T02:54:23Z</dcterms:modified>
</cp:coreProperties>
</file>